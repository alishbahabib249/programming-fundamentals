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6" d="100"/>
          <a:sy n="86" d="100"/>
        </p:scale>
        <p:origin x="152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4561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Welcome! We’ll walk through our C project that simulates a mini shopping cart in the console. Structure: Intro to problem, features, how code flows, functions, demo, tests, and improvements. Target duration: ~20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Briefly introduce each member and their contribution. Keep this under one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real-world analogy: mini supermarket interface through terminal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Reassure the audience: only core C features are used. No advanced pointers except in scanf format handling.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a brief terminal demo during recording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primes the audience before diving into specific code blocks.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Explain how each variable supports user input and running totals.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Modularity: keeping category display separate from main logic is clean and reusable.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Straightforward tiered-discount logic. Mention how </a:t>
            </a:r>
            <a:r>
              <a:rPr lang="en-US" dirty="0" smtClean="0"/>
              <a:t>we</a:t>
            </a:r>
            <a:r>
              <a:rPr dirty="0" smtClean="0"/>
              <a:t> </a:t>
            </a:r>
            <a:r>
              <a:rPr dirty="0"/>
              <a:t>could externalize to a lookup table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User-friendly output closes the purchase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the pattern: do { … } while(choice == 'y' || choice == 'Y')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Same y/n pattern keeps UI intuitive.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Point out the same pattern repeats with different prices across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each category follows the same template, simplifying maintenance.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Acknowledge current scope vs. future work for robustness.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as a live narration in the video; type the inputs to replicate.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Good for beginners; later refactor to arrays/structs for DRY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screenshots or console recording if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how this becomes a stepping stone to larger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52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503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109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66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616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399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720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724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60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711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466728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721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81706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105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2271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228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259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Mini Shopping Cart in 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Applied Programming Project — Beginner-Friendly Walkthrough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Team Members: 3 </a:t>
            </a:r>
            <a:endParaRPr lang="en-US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smtClean="0"/>
              <a:t>     Alishba Habib CT-153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smtClean="0"/>
              <a:t>    Daniya Ali CT-159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800" dirty="0" smtClean="0"/>
              <a:t>   </a:t>
            </a:r>
            <a:r>
              <a:rPr sz="1800" dirty="0" smtClean="0"/>
              <a:t> </a:t>
            </a:r>
            <a:r>
              <a:rPr lang="en-US" sz="1800" dirty="0" smtClean="0"/>
              <a:t>Amber Tariq CT-163</a:t>
            </a:r>
            <a:endParaRPr sz="1800" dirty="0"/>
          </a:p>
          <a:p>
            <a:r>
              <a:rPr dirty="0"/>
              <a:t>Roles: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dirty="0" smtClean="0"/>
              <a:t>• </a:t>
            </a:r>
            <a:r>
              <a:rPr lang="en-US" dirty="0"/>
              <a:t>Alishba Habib</a:t>
            </a:r>
            <a:r>
              <a:rPr dirty="0" smtClean="0"/>
              <a:t> </a:t>
            </a:r>
            <a:r>
              <a:rPr dirty="0"/>
              <a:t>— Requirements &amp; Flowchart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dirty="0" smtClean="0"/>
              <a:t>• </a:t>
            </a:r>
            <a:r>
              <a:rPr lang="en-US" dirty="0"/>
              <a:t>Daniya Ali</a:t>
            </a:r>
            <a:r>
              <a:rPr dirty="0" smtClean="0"/>
              <a:t> </a:t>
            </a:r>
            <a:r>
              <a:rPr dirty="0"/>
              <a:t>— Coding &amp; </a:t>
            </a:r>
            <a:r>
              <a:rPr dirty="0" smtClean="0"/>
              <a:t>Debugging</a:t>
            </a:r>
          </a:p>
          <a:p>
            <a:pPr marL="0" indent="0">
              <a:buNone/>
            </a:pPr>
            <a:r>
              <a:rPr lang="en-US" dirty="0" smtClean="0"/>
              <a:t>      </a:t>
            </a:r>
            <a:r>
              <a:rPr dirty="0" smtClean="0"/>
              <a:t>• </a:t>
            </a:r>
            <a:r>
              <a:rPr lang="en-US" dirty="0"/>
              <a:t>Amber Tariq</a:t>
            </a:r>
            <a:r>
              <a:rPr dirty="0" smtClean="0"/>
              <a:t> </a:t>
            </a:r>
            <a:r>
              <a:rPr dirty="0"/>
              <a:t>— Testing, Documentation &amp; Slides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a console-based shopping cart in C</a:t>
            </a:r>
          </a:p>
          <a:p>
            <a:r>
              <a:t>User chooses a category → selects items → enters quantity</a:t>
            </a:r>
          </a:p>
          <a:p>
            <a:r>
              <a:t>Program accumulates totals and applies a discount</a:t>
            </a:r>
          </a:p>
          <a:p>
            <a:r>
              <a:t>Final bill shows total, discounted total, and savings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 Concepts Used (Beginner)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Standard I/O: printf, scanf</a:t>
            </a:r>
          </a:p>
          <a:p>
            <a:r>
              <a:t>Variables &amp; data types: int, float, char</a:t>
            </a:r>
          </a:p>
          <a:p>
            <a:r>
              <a:t>Control flow: switch, if-else, do-while loops</a:t>
            </a:r>
          </a:p>
          <a:p>
            <a:r>
              <a:t>Functions: modular code for categories, discount, and bill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Compile &amp;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File: CCP project.c</a:t>
            </a:r>
          </a:p>
          <a:p>
            <a:r>
              <a:t>Compile: gcc "CCP project.c" -o cart</a:t>
            </a:r>
          </a:p>
          <a:p>
            <a:r>
              <a:t>Run: ./cart (Linux/Mac) or cart.exe (Windows)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670" y="3869939"/>
            <a:ext cx="4841785" cy="18506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Flow (High 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Show main menu of categories</a:t>
            </a:r>
          </a:p>
          <a:p>
            <a:r>
              <a:t>Inside category: pick an item, enter quantity</a:t>
            </a:r>
          </a:p>
          <a:p>
            <a:r>
              <a:t>Subtotal updates after each selection</a:t>
            </a:r>
          </a:p>
          <a:p>
            <a:r>
              <a:t>Option to continue in same category or switch category</a:t>
            </a:r>
          </a:p>
          <a:p>
            <a:r>
              <a:t>At the end: discount → final bill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category, item, quantity</a:t>
            </a:r>
          </a:p>
          <a:p>
            <a:r>
              <a:t>float price, itemTotal, total, discountedTotal</a:t>
            </a:r>
          </a:p>
          <a:p>
            <a:r>
              <a:t>char choice, sameCategoryChoice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45" y="3649366"/>
            <a:ext cx="4644975" cy="10576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25" y="4937181"/>
            <a:ext cx="5439968" cy="7947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Function: showCategories()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Displays numbered list of 8 categories</a:t>
            </a:r>
          </a:p>
          <a:p>
            <a:r>
              <a:t>Keeps UI consistent and readable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749" y="3408671"/>
            <a:ext cx="5592109" cy="251002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Function: discount_calc(total)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total ≥ 10000 → 40% off</a:t>
            </a:r>
          </a:p>
          <a:p>
            <a:r>
              <a:t>Else if total ≥ 5000 → 25% off</a:t>
            </a:r>
          </a:p>
          <a:p>
            <a:r>
              <a:t>Else if total ≥ 3000 → 15% off</a:t>
            </a:r>
          </a:p>
          <a:p>
            <a:r>
              <a:t>Returns total - discount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6850" y="3937425"/>
            <a:ext cx="3089619" cy="23341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Function: bill(total, discountedTotal)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Prints a formatted final receipt</a:t>
            </a:r>
          </a:p>
          <a:p>
            <a:r>
              <a:t>Shows Total, Discounted Amount, and Savings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3508918"/>
            <a:ext cx="5712790" cy="23670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Flow: Outer do-while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Asks user to pick a category</a:t>
            </a:r>
          </a:p>
          <a:p>
            <a:r>
              <a:t>Switch-case to handle each category</a:t>
            </a:r>
          </a:p>
          <a:p>
            <a:r>
              <a:t>At end: ask to go to another category (y/n)</a:t>
            </a:r>
          </a:p>
          <a:p>
            <a:r>
              <a:t>Loop continues until user exits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 Flow: Inside a Category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Inner do-while loop for repeated purchases in the same category</a:t>
            </a:r>
          </a:p>
          <a:p>
            <a:r>
              <a:t>Item menu → pick item → set price</a:t>
            </a:r>
          </a:p>
          <a:p>
            <a:r>
              <a:t>Enter quantity → subtotal updates</a:t>
            </a:r>
          </a:p>
          <a:p>
            <a:r>
              <a:t>Prompt: buy more from same category?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4324349"/>
            <a:ext cx="6170342" cy="194308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Category: Dairy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449660"/>
            <a:ext cx="6347714" cy="4591704"/>
          </a:xfrm>
        </p:spPr>
        <p:txBody>
          <a:bodyPr/>
          <a:lstStyle/>
          <a:p>
            <a:r>
              <a:rPr dirty="0"/>
              <a:t>Items: Milk (180), Cheese (500), Butter (350), Yoghurt (250)</a:t>
            </a:r>
          </a:p>
          <a:p>
            <a:r>
              <a:rPr dirty="0"/>
              <a:t>If item valid → input quantity → </a:t>
            </a:r>
            <a:r>
              <a:rPr dirty="0" err="1"/>
              <a:t>itemTotal</a:t>
            </a:r>
            <a:r>
              <a:rPr dirty="0"/>
              <a:t> = price × quantity</a:t>
            </a:r>
          </a:p>
          <a:p>
            <a:r>
              <a:rPr dirty="0"/>
              <a:t>total += </a:t>
            </a:r>
            <a:r>
              <a:rPr dirty="0" err="1"/>
              <a:t>itemTotal</a:t>
            </a:r>
            <a:r>
              <a:rPr dirty="0"/>
              <a:t>; print subtotal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53" y="3324553"/>
            <a:ext cx="4848225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1: Dairy</a:t>
            </a:r>
          </a:p>
          <a:p>
            <a:r>
              <a:t>2: Meat</a:t>
            </a:r>
          </a:p>
          <a:p>
            <a:r>
              <a:t>3: Cooking Stuff</a:t>
            </a:r>
          </a:p>
          <a:p>
            <a:r>
              <a:t>4: Ready Made</a:t>
            </a:r>
          </a:p>
          <a:p>
            <a:r>
              <a:t>5: Laundry</a:t>
            </a:r>
          </a:p>
          <a:p>
            <a:r>
              <a:t>6: Fruits &amp; Vegetables</a:t>
            </a:r>
          </a:p>
          <a:p>
            <a:r>
              <a:t>7: Canned Stuff</a:t>
            </a:r>
          </a:p>
          <a:p>
            <a:r>
              <a:t>8: Bath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Validation (Basic)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806498"/>
            <a:ext cx="6347714" cy="4234865"/>
          </a:xfrm>
        </p:spPr>
        <p:txBody>
          <a:bodyPr/>
          <a:lstStyle/>
          <a:p>
            <a:r>
              <a:rPr dirty="0"/>
              <a:t>If invalid item → show error message</a:t>
            </a:r>
          </a:p>
          <a:p>
            <a:r>
              <a:rPr dirty="0"/>
              <a:t>If valid item → ask quantity and compute subtotal</a:t>
            </a:r>
          </a:p>
          <a:p>
            <a:r>
              <a:rPr dirty="0"/>
              <a:t>Improvement idea: check for negative quantities and non-numeric inputs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820" y="3623914"/>
            <a:ext cx="4099372" cy="28883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Sample Interaction (Scripted)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36483"/>
            <a:ext cx="6347714" cy="3880773"/>
          </a:xfrm>
        </p:spPr>
        <p:txBody>
          <a:bodyPr/>
          <a:lstStyle/>
          <a:p>
            <a:r>
              <a:rPr dirty="0"/>
              <a:t>User picks Category 1 (Dairy)</a:t>
            </a:r>
          </a:p>
          <a:p>
            <a:r>
              <a:rPr dirty="0"/>
              <a:t>Chooses Milk, </a:t>
            </a:r>
            <a:r>
              <a:rPr dirty="0" err="1"/>
              <a:t>qty</a:t>
            </a:r>
            <a:r>
              <a:rPr dirty="0"/>
              <a:t> 2 → subtotal updates</a:t>
            </a:r>
          </a:p>
          <a:p>
            <a:r>
              <a:rPr dirty="0"/>
              <a:t>Buys again from Dairy: Cheese, </a:t>
            </a:r>
            <a:r>
              <a:rPr dirty="0" err="1"/>
              <a:t>qty</a:t>
            </a:r>
            <a:r>
              <a:rPr dirty="0"/>
              <a:t> 1 → subtotal updates</a:t>
            </a:r>
          </a:p>
          <a:p>
            <a:r>
              <a:rPr dirty="0"/>
              <a:t>Switches to Meat → Chicken, </a:t>
            </a:r>
            <a:r>
              <a:rPr dirty="0" err="1"/>
              <a:t>qty</a:t>
            </a:r>
            <a:r>
              <a:rPr dirty="0"/>
              <a:t> 1</a:t>
            </a:r>
          </a:p>
          <a:p>
            <a:r>
              <a:rPr dirty="0"/>
              <a:t>Ends shopping → discount &amp; final bill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74" y="4192973"/>
            <a:ext cx="4016576" cy="18286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 Interface &amp; Experience (UI/UX)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Focused on </a:t>
            </a:r>
            <a:r>
              <a:rPr lang="en-US" b="1" dirty="0"/>
              <a:t>simplicity and clarity</a:t>
            </a:r>
            <a:r>
              <a:rPr lang="en-US" dirty="0"/>
              <a:t> in a text-based </a:t>
            </a:r>
            <a:r>
              <a:rPr lang="en-US" dirty="0" smtClean="0"/>
              <a:t>interface</a:t>
            </a:r>
          </a:p>
          <a:p>
            <a:r>
              <a:rPr lang="en-US" dirty="0" smtClean="0"/>
              <a:t>Used </a:t>
            </a:r>
            <a:r>
              <a:rPr lang="en-US" b="1" dirty="0"/>
              <a:t>numbered menus</a:t>
            </a:r>
            <a:r>
              <a:rPr lang="en-US" dirty="0"/>
              <a:t> and </a:t>
            </a:r>
            <a:r>
              <a:rPr lang="en-US" b="1" dirty="0"/>
              <a:t>consistent prompts</a:t>
            </a:r>
            <a:r>
              <a:rPr lang="en-US" dirty="0"/>
              <a:t> for easy </a:t>
            </a:r>
            <a:r>
              <a:rPr lang="en-US" dirty="0" smtClean="0"/>
              <a:t>navigation </a:t>
            </a:r>
          </a:p>
          <a:p>
            <a:r>
              <a:rPr lang="en-US" dirty="0" smtClean="0"/>
              <a:t>Clear </a:t>
            </a:r>
            <a:r>
              <a:rPr lang="en-US" dirty="0"/>
              <a:t>spacing and formatting make outputs easy to </a:t>
            </a:r>
            <a:r>
              <a:rPr lang="en-US" dirty="0" smtClean="0"/>
              <a:t>read</a:t>
            </a:r>
          </a:p>
          <a:p>
            <a:r>
              <a:rPr lang="en-US" dirty="0" smtClean="0"/>
              <a:t>Friendly </a:t>
            </a:r>
            <a:r>
              <a:rPr lang="en-US" dirty="0"/>
              <a:t>messages like </a:t>
            </a:r>
            <a:r>
              <a:rPr lang="en-US" i="1" dirty="0"/>
              <a:t>“Invalid choice, please try again”</a:t>
            </a:r>
            <a:r>
              <a:rPr lang="en-US" dirty="0"/>
              <a:t> guide the </a:t>
            </a:r>
            <a:r>
              <a:rPr lang="en-US" dirty="0" smtClean="0"/>
              <a:t>user </a:t>
            </a:r>
            <a:r>
              <a:rPr lang="en-US" dirty="0"/>
              <a:t>Interactive flow feels like a basic online shopping </a:t>
            </a:r>
            <a:r>
              <a:rPr lang="en-US" dirty="0" smtClean="0"/>
              <a:t>system</a:t>
            </a:r>
          </a:p>
          <a:p>
            <a:r>
              <a:rPr lang="en-US" dirty="0" smtClean="0"/>
              <a:t>Prioritized </a:t>
            </a:r>
            <a:r>
              <a:rPr lang="en-US" b="1" dirty="0"/>
              <a:t>readability and ease of use</a:t>
            </a:r>
            <a:r>
              <a:rPr lang="en-US" dirty="0"/>
              <a:t> for beginners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382752"/>
            <a:ext cx="6347714" cy="4658612"/>
          </a:xfrm>
        </p:spPr>
        <p:txBody>
          <a:bodyPr/>
          <a:lstStyle/>
          <a:p>
            <a:r>
              <a:rPr dirty="0"/>
              <a:t>Happy path: multiple categories, valid items, typical quantities</a:t>
            </a:r>
          </a:p>
          <a:p>
            <a:r>
              <a:rPr dirty="0"/>
              <a:t>Boundary totals: 2999, 3000, 4999, 5000, 9999, 10000</a:t>
            </a:r>
          </a:p>
          <a:p>
            <a:r>
              <a:rPr dirty="0"/>
              <a:t>Invalid selections: item out of range</a:t>
            </a:r>
          </a:p>
          <a:p>
            <a:r>
              <a:rPr dirty="0"/>
              <a:t>Usability check: prompts, clarity, formatting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58" y="3429000"/>
            <a:ext cx="3194644" cy="13744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758" y="4945973"/>
            <a:ext cx="3146384" cy="156372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6561" y="4147359"/>
            <a:ext cx="3085171" cy="159722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Replace repeated menus with arrays/structs</a:t>
            </a:r>
          </a:p>
          <a:p>
            <a:r>
              <a:t>Persist cart to file, load previous session</a:t>
            </a:r>
          </a:p>
          <a:p>
            <a:r>
              <a:t>Add remove/edit cart items</a:t>
            </a:r>
          </a:p>
          <a:p>
            <a:r>
              <a:t>Stronger validation and error handling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implemented a beginner-friendly shopping cart in C</a:t>
            </a:r>
          </a:p>
          <a:p>
            <a:r>
              <a:t>Practiced variables, loops, switch, and functions</a:t>
            </a:r>
          </a:p>
          <a:p>
            <a:r>
              <a:t>Clear output and discounts make it engaging</a:t>
            </a:r>
          </a:p>
          <a:p>
            <a:r>
              <a:t>Ready for next step: data structures &amp; 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116</TotalTime>
  <Words>950</Words>
  <Application>Microsoft Office PowerPoint</Application>
  <PresentationFormat>On-screen Show (4:3)</PresentationFormat>
  <Paragraphs>119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Trebuchet MS</vt:lpstr>
      <vt:lpstr>Wingdings 3</vt:lpstr>
      <vt:lpstr>Facet</vt:lpstr>
      <vt:lpstr>Mini Shopping Cart in C</vt:lpstr>
      <vt:lpstr>Team Introduction</vt:lpstr>
      <vt:lpstr>Project Overview</vt:lpstr>
      <vt:lpstr>C Concepts Used (Beginner)</vt:lpstr>
      <vt:lpstr>How to Compile &amp; Run</vt:lpstr>
      <vt:lpstr>Program Flow (High Level)</vt:lpstr>
      <vt:lpstr>Key Variables</vt:lpstr>
      <vt:lpstr>Function: showCategories()</vt:lpstr>
      <vt:lpstr>Function: discount_calc(total)</vt:lpstr>
      <vt:lpstr>Function: bill(total, discountedTotal)</vt:lpstr>
      <vt:lpstr>Control Flow: Outer do-while</vt:lpstr>
      <vt:lpstr>Control Flow: Inside a Category</vt:lpstr>
      <vt:lpstr>Example Category: Dairy</vt:lpstr>
      <vt:lpstr>All Categories</vt:lpstr>
      <vt:lpstr>Input Validation (Basic)</vt:lpstr>
      <vt:lpstr>Sample Interaction (Scripted)</vt:lpstr>
      <vt:lpstr>User Interface &amp; Experience (UI/UX)</vt:lpstr>
      <vt:lpstr>Testing Strategy</vt:lpstr>
      <vt:lpstr>Future Improvements</vt:lpstr>
      <vt:lpstr>Conclusion &amp;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Shopping Cart in C</dc:title>
  <dc:subject/>
  <dc:creator/>
  <cp:keywords/>
  <dc:description>generated using python-pptx</dc:description>
  <cp:lastModifiedBy>Sarfaraz Rehmat</cp:lastModifiedBy>
  <cp:revision>13</cp:revision>
  <dcterms:created xsi:type="dcterms:W3CDTF">2013-01-27T09:14:16Z</dcterms:created>
  <dcterms:modified xsi:type="dcterms:W3CDTF">2025-11-11T14:19:51Z</dcterms:modified>
  <cp:category/>
</cp:coreProperties>
</file>